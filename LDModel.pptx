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2612-3C48-9E71-A288-3215DDAC6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6AE2B-F994-9374-294E-3A098A053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AFFDA-497A-DC26-041E-1D8CA334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D5278-64E5-D24E-ED22-E0E987DF3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C9489-DDE7-C58D-BDCE-A576092E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1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7355-ADED-E765-2068-C244B1E6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B20D5-BDFC-DF11-9131-EE30F7282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0AC76-E9DB-F20A-0F4B-F1B3AF9A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B131-B11D-B000-3568-9F3F4D7B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29974-EA56-CED0-BAC7-37704163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0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4C6E-024E-AE6F-414A-A14343906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3506D-799D-C293-638A-539B96BD4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BC669-2388-95A2-7615-7F75C0A2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BBA4F-490E-0C79-9377-8999F8FB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9FEC6-12DA-BAF2-B839-EE0BC0E8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2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4F22-E661-61BF-BF41-5F23F30D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4893-E496-5A57-7EE8-1781D31D1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43E2C-DFD8-CCEE-0FC4-2FE3DC621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66BBE-D33D-66E2-7D88-2E7D0B011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DB074-8B89-53DB-9848-C0079A51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BA6F3-0546-5756-C709-F8FFF09C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6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6C23-6959-A9EA-5FB2-D3659000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75861-8785-1C44-C23A-61BACF725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35F98-CEE2-635F-8B81-AAB0EEDC8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55B1E-60BF-6EA2-4679-839FA5F0D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04854-DDF3-F94B-084A-2B6C69D30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4F626-8778-C6A4-F9E4-B6B54A23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7BDA91-BDC6-037C-8D08-D73CA43F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3B7AF-1368-7F3D-E994-F2772D73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53D3-3A44-D90F-73E1-76C69B17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6BB5A-A50E-DFD7-5C1A-54898E398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B170F-8CA6-4594-A3E3-B39F42C54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9E52B-C92B-8E1B-1006-5FDDD315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B1EAE-B8AD-93CD-F245-CDA31EA8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249C4-69EB-331E-AEA6-0B76A9A0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DC008-85E5-CBE7-6744-638F7561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7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CF95-7C9F-1E3B-430F-E9615ACF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AE94-2F04-A916-DB2C-DBD3701AA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7B2CF-3540-31B9-1C9B-D4F5EFDDA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5349C-86C1-5A6D-5DCA-CEE0C870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20714-4394-BC34-9DD4-A90E9187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62711-D4E3-9D49-C925-4B7D5362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7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D874-628C-CD31-13DA-8388C120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276FC-DE01-C99C-10F8-6DB587D33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808DD-74A0-F376-B9A1-8058B18EC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DB20C-C0DD-B09C-E369-E8F8D91F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24E30-8260-53B9-8CC7-B4E91F17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3696B-E3DE-FA89-A47E-332B1E5C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2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0B93-6B79-BE12-CC84-8235F11C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3A8BC-13E7-6BE2-F592-38E24E459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6A5B-920C-051A-7B2C-CCA9329F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43A19-D5ED-2E3F-AED9-BD3078F3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97D7A-A2C5-C3AC-BC52-397B653F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7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0CFA1-BC75-28E7-4E8D-435D60BF1B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DA4FA-3332-C6F6-69C2-7EFBD628E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46E32-F69F-F7D1-0286-28B7EB68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643A1-4775-EA91-D221-502E9EB3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04A28-8917-0E3C-1AF5-FC80207C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8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EB1BC1-A494-A6D2-559B-313D016DE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EBF5F-710D-E8AC-9B9C-277B16A29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57E9E-1E1F-4D0E-7FD8-EC7C94657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22E26-CB86-4903-9FEA-C603FAF7BDB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2DAAD-6156-7123-6EA9-9F8EC96D1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453A8-FDAB-CBA5-4AC4-8190A993E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3F9AD-9A60-40D5-BC4E-64A17A724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3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1F38D3-3C3E-49C1-D7C8-179529B7756C}"/>
              </a:ext>
            </a:extLst>
          </p:cNvPr>
          <p:cNvSpPr/>
          <p:nvPr/>
        </p:nvSpPr>
        <p:spPr>
          <a:xfrm>
            <a:off x="1582309" y="1404758"/>
            <a:ext cx="2470064" cy="772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Literal^^</a:t>
            </a:r>
            <a:r>
              <a:rPr lang="en-US" dirty="0" err="1">
                <a:solidFill>
                  <a:schemeClr val="tx1"/>
                </a:solidFill>
              </a:rPr>
              <a:t>xsd:date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A19A9D-5C2C-289B-0C1B-4E3617352868}"/>
              </a:ext>
            </a:extLst>
          </p:cNvPr>
          <p:cNvSpPr/>
          <p:nvPr/>
        </p:nvSpPr>
        <p:spPr>
          <a:xfrm>
            <a:off x="4333461" y="3093058"/>
            <a:ext cx="2417196" cy="11847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UEFA Champions League Match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5533F1-79AB-818B-4483-8DE7F149BB1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641697" y="2177303"/>
            <a:ext cx="1045754" cy="1089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8CAE73-6CF4-AE76-55BD-8E0DC506132C}"/>
              </a:ext>
            </a:extLst>
          </p:cNvPr>
          <p:cNvSpPr txBox="1"/>
          <p:nvPr/>
        </p:nvSpPr>
        <p:spPr>
          <a:xfrm>
            <a:off x="3312000" y="2568043"/>
            <a:ext cx="1704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iptc:start-date-time</a:t>
            </a:r>
            <a:endParaRPr lang="en-US" sz="1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9F9303-0B78-D674-7352-32F4B6D5C34A}"/>
              </a:ext>
            </a:extLst>
          </p:cNvPr>
          <p:cNvSpPr/>
          <p:nvPr/>
        </p:nvSpPr>
        <p:spPr>
          <a:xfrm>
            <a:off x="1107765" y="3701333"/>
            <a:ext cx="1705147" cy="10402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Venue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FFDAA-2781-AC6E-85D0-45647863056B}"/>
              </a:ext>
            </a:extLst>
          </p:cNvPr>
          <p:cNvSpPr txBox="1"/>
          <p:nvPr/>
        </p:nvSpPr>
        <p:spPr>
          <a:xfrm>
            <a:off x="2822195" y="3441152"/>
            <a:ext cx="116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iptc:location</a:t>
            </a:r>
            <a:endParaRPr lang="en-US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732A4B-2D3F-C4C8-C8CC-34060399EE2A}"/>
              </a:ext>
            </a:extLst>
          </p:cNvPr>
          <p:cNvCxnSpPr>
            <a:cxnSpLocks/>
          </p:cNvCxnSpPr>
          <p:nvPr/>
        </p:nvCxnSpPr>
        <p:spPr>
          <a:xfrm flipH="1">
            <a:off x="2458922" y="3674346"/>
            <a:ext cx="1874539" cy="117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BE70027-D86A-9D7B-0104-B29280991BC4}"/>
              </a:ext>
            </a:extLst>
          </p:cNvPr>
          <p:cNvSpPr/>
          <p:nvPr/>
        </p:nvSpPr>
        <p:spPr>
          <a:xfrm>
            <a:off x="7135708" y="1225457"/>
            <a:ext cx="2019631" cy="108925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Home Team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900AE0-BB3D-6485-C446-30F5677AB6F7}"/>
              </a:ext>
            </a:extLst>
          </p:cNvPr>
          <p:cNvSpPr/>
          <p:nvPr/>
        </p:nvSpPr>
        <p:spPr>
          <a:xfrm>
            <a:off x="7327415" y="4885780"/>
            <a:ext cx="1820849" cy="10402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Away Team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B00C4B-E448-BD8F-7070-DE95267FDC33}"/>
              </a:ext>
            </a:extLst>
          </p:cNvPr>
          <p:cNvCxnSpPr>
            <a:cxnSpLocks/>
          </p:cNvCxnSpPr>
          <p:nvPr/>
        </p:nvCxnSpPr>
        <p:spPr>
          <a:xfrm flipV="1">
            <a:off x="6371117" y="2334497"/>
            <a:ext cx="1740784" cy="932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F2E71D-7F92-0F43-E4C2-C4EB054E3767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6396667" y="4104301"/>
            <a:ext cx="1841173" cy="781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62CB34-0105-D110-F3F6-D613AD4183D2}"/>
              </a:ext>
            </a:extLst>
          </p:cNvPr>
          <p:cNvSpPr txBox="1"/>
          <p:nvPr/>
        </p:nvSpPr>
        <p:spPr>
          <a:xfrm>
            <a:off x="6208844" y="2586499"/>
            <a:ext cx="1711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iptc:participationBy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543ECE-3147-7BE9-F97C-311DFA449675}"/>
              </a:ext>
            </a:extLst>
          </p:cNvPr>
          <p:cNvSpPr txBox="1"/>
          <p:nvPr/>
        </p:nvSpPr>
        <p:spPr>
          <a:xfrm>
            <a:off x="6208844" y="4341152"/>
            <a:ext cx="1711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iptc:participationBy</a:t>
            </a:r>
            <a:endParaRPr lang="en-US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BB6844-9080-79A2-D649-60A59E9A630E}"/>
              </a:ext>
            </a:extLst>
          </p:cNvPr>
          <p:cNvSpPr/>
          <p:nvPr/>
        </p:nvSpPr>
        <p:spPr>
          <a:xfrm>
            <a:off x="9795567" y="2423868"/>
            <a:ext cx="2019631" cy="8978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xsd:integer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42D903-D4F1-77B9-4956-D0B2E0BDDFE5}"/>
              </a:ext>
            </a:extLst>
          </p:cNvPr>
          <p:cNvSpPr txBox="1"/>
          <p:nvPr/>
        </p:nvSpPr>
        <p:spPr>
          <a:xfrm>
            <a:off x="8718412" y="2299821"/>
            <a:ext cx="963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iptc:score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AD9ED4-5EEF-9184-1ADA-56C3235D4589}"/>
              </a:ext>
            </a:extLst>
          </p:cNvPr>
          <p:cNvSpPr/>
          <p:nvPr/>
        </p:nvSpPr>
        <p:spPr>
          <a:xfrm>
            <a:off x="10316682" y="159026"/>
            <a:ext cx="1626177" cy="9939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xsd:integer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891B5B-564C-B35E-4A95-5E72559668EC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9121716" y="655983"/>
            <a:ext cx="1194966" cy="1133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72AC5C0-CE82-CF5A-AA3A-24752A673B27}"/>
              </a:ext>
            </a:extLst>
          </p:cNvPr>
          <p:cNvSpPr txBox="1"/>
          <p:nvPr/>
        </p:nvSpPr>
        <p:spPr>
          <a:xfrm>
            <a:off x="8416320" y="727233"/>
            <a:ext cx="1900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iptc:timeOfPosessionAverage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7AEA02-ED74-EEC2-8476-15A1E766F6ED}"/>
              </a:ext>
            </a:extLst>
          </p:cNvPr>
          <p:cNvSpPr/>
          <p:nvPr/>
        </p:nvSpPr>
        <p:spPr>
          <a:xfrm>
            <a:off x="10435952" y="5755243"/>
            <a:ext cx="1626177" cy="9939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xsd:integer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7F0CD85-9CE2-AB9E-9B1C-CD9C88AC75BE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9148264" y="5405914"/>
            <a:ext cx="1287688" cy="846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B8D210D-AF3C-B0E2-DC6C-1EAE8116F9F8}"/>
              </a:ext>
            </a:extLst>
          </p:cNvPr>
          <p:cNvSpPr txBox="1"/>
          <p:nvPr/>
        </p:nvSpPr>
        <p:spPr>
          <a:xfrm>
            <a:off x="9073258" y="5461911"/>
            <a:ext cx="1915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iptc:timeOfPosessionAverage</a:t>
            </a:r>
            <a:endParaRPr lang="en-US" sz="1400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FD3020-3947-E2EA-BA00-7D4708990E6B}"/>
              </a:ext>
            </a:extLst>
          </p:cNvPr>
          <p:cNvSpPr/>
          <p:nvPr/>
        </p:nvSpPr>
        <p:spPr>
          <a:xfrm>
            <a:off x="4619708" y="795130"/>
            <a:ext cx="1956021" cy="10192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Referee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4B8CB3D-2454-2090-8A6A-1E9383A93DD5}"/>
              </a:ext>
            </a:extLst>
          </p:cNvPr>
          <p:cNvCxnSpPr>
            <a:stCxn id="6" idx="0"/>
          </p:cNvCxnSpPr>
          <p:nvPr/>
        </p:nvCxnSpPr>
        <p:spPr>
          <a:xfrm flipV="1">
            <a:off x="5542059" y="1814363"/>
            <a:ext cx="55660" cy="1278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0A7DEB5-56E9-6EDA-8E2C-4F8DC58B5ADC}"/>
              </a:ext>
            </a:extLst>
          </p:cNvPr>
          <p:cNvSpPr txBox="1"/>
          <p:nvPr/>
        </p:nvSpPr>
        <p:spPr>
          <a:xfrm>
            <a:off x="4996926" y="2128356"/>
            <a:ext cx="10638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iptc:official</a:t>
            </a:r>
            <a:endParaRPr lang="en-US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DF8A22-F1E1-E704-04E8-7ED2049A57E8}"/>
              </a:ext>
            </a:extLst>
          </p:cNvPr>
          <p:cNvSpPr/>
          <p:nvPr/>
        </p:nvSpPr>
        <p:spPr>
          <a:xfrm>
            <a:off x="330261" y="5346295"/>
            <a:ext cx="1914354" cy="9277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Result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C3280DA-24BF-F080-AC1E-6CA202B63B0B}"/>
              </a:ext>
            </a:extLst>
          </p:cNvPr>
          <p:cNvCxnSpPr>
            <a:stCxn id="6" idx="3"/>
            <a:endCxn id="46" idx="3"/>
          </p:cNvCxnSpPr>
          <p:nvPr/>
        </p:nvCxnSpPr>
        <p:spPr>
          <a:xfrm flipH="1">
            <a:off x="2244615" y="4104301"/>
            <a:ext cx="2442836" cy="1705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375F3D4-00A8-C233-4893-6C1A48A4A4E9}"/>
              </a:ext>
            </a:extLst>
          </p:cNvPr>
          <p:cNvSpPr txBox="1"/>
          <p:nvPr/>
        </p:nvSpPr>
        <p:spPr>
          <a:xfrm>
            <a:off x="3360192" y="4590199"/>
            <a:ext cx="2298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schema:additionalProperty</a:t>
            </a:r>
            <a:endParaRPr lang="en-US" sz="14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5686CE-E89B-1293-A00E-842F6C65C551}"/>
              </a:ext>
            </a:extLst>
          </p:cNvPr>
          <p:cNvSpPr/>
          <p:nvPr/>
        </p:nvSpPr>
        <p:spPr>
          <a:xfrm>
            <a:off x="5198603" y="5723521"/>
            <a:ext cx="1841173" cy="9277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Winner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E97599E-9FC6-852A-789A-4E875C2942D4}"/>
              </a:ext>
            </a:extLst>
          </p:cNvPr>
          <p:cNvCxnSpPr>
            <a:stCxn id="46" idx="3"/>
            <a:endCxn id="51" idx="1"/>
          </p:cNvCxnSpPr>
          <p:nvPr/>
        </p:nvCxnSpPr>
        <p:spPr>
          <a:xfrm>
            <a:off x="2244615" y="5810190"/>
            <a:ext cx="2953988" cy="377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D8331C2-B7EC-528B-5DCB-46B6D40FF688}"/>
              </a:ext>
            </a:extLst>
          </p:cNvPr>
          <p:cNvSpPr txBox="1"/>
          <p:nvPr/>
        </p:nvSpPr>
        <p:spPr>
          <a:xfrm>
            <a:off x="2552490" y="5866526"/>
            <a:ext cx="2322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schema:additionalProperty</a:t>
            </a:r>
            <a:endParaRPr lang="en-US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F82327-8C9F-D5F4-6994-CA91D2477206}"/>
              </a:ext>
            </a:extLst>
          </p:cNvPr>
          <p:cNvCxnSpPr>
            <a:stCxn id="15" idx="5"/>
            <a:endCxn id="24" idx="1"/>
          </p:cNvCxnSpPr>
          <p:nvPr/>
        </p:nvCxnSpPr>
        <p:spPr>
          <a:xfrm>
            <a:off x="8859571" y="2155196"/>
            <a:ext cx="935996" cy="717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CABAF7-04CC-16CE-CFAE-11925FCF6B3D}"/>
              </a:ext>
            </a:extLst>
          </p:cNvPr>
          <p:cNvCxnSpPr>
            <a:cxnSpLocks/>
            <a:stCxn id="15" idx="1"/>
            <a:endCxn id="26" idx="2"/>
          </p:cNvCxnSpPr>
          <p:nvPr/>
        </p:nvCxnSpPr>
        <p:spPr>
          <a:xfrm flipH="1" flipV="1">
            <a:off x="7205700" y="764841"/>
            <a:ext cx="225776" cy="620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70F482C-5EF6-918E-D2FE-B9DCA47E1D70}"/>
              </a:ext>
            </a:extLst>
          </p:cNvPr>
          <p:cNvSpPr/>
          <p:nvPr/>
        </p:nvSpPr>
        <p:spPr>
          <a:xfrm>
            <a:off x="9253411" y="3823114"/>
            <a:ext cx="1476820" cy="5406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06E0A1-5670-5E9B-2E75-FF1AB5D7C49B}"/>
              </a:ext>
            </a:extLst>
          </p:cNvPr>
          <p:cNvSpPr txBox="1"/>
          <p:nvPr/>
        </p:nvSpPr>
        <p:spPr>
          <a:xfrm>
            <a:off x="6670825" y="888779"/>
            <a:ext cx="1309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iptc:alignment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19A4BE-C754-ABF3-04E9-585239C7555E}"/>
              </a:ext>
            </a:extLst>
          </p:cNvPr>
          <p:cNvSpPr/>
          <p:nvPr/>
        </p:nvSpPr>
        <p:spPr>
          <a:xfrm>
            <a:off x="6467290" y="224153"/>
            <a:ext cx="1476820" cy="5406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4A3DBA-8050-E387-D370-24583D872826}"/>
              </a:ext>
            </a:extLst>
          </p:cNvPr>
          <p:cNvCxnSpPr>
            <a:cxnSpLocks/>
            <a:stCxn id="16" idx="7"/>
            <a:endCxn id="19" idx="2"/>
          </p:cNvCxnSpPr>
          <p:nvPr/>
        </p:nvCxnSpPr>
        <p:spPr>
          <a:xfrm flipV="1">
            <a:off x="8881607" y="4363802"/>
            <a:ext cx="1110214" cy="674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8F0577C-80EB-D0DA-56D1-2450E4710B3C}"/>
              </a:ext>
            </a:extLst>
          </p:cNvPr>
          <p:cNvSpPr txBox="1"/>
          <p:nvPr/>
        </p:nvSpPr>
        <p:spPr>
          <a:xfrm>
            <a:off x="8839577" y="4570515"/>
            <a:ext cx="1309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iptc:alignment</a:t>
            </a:r>
            <a:endParaRPr lang="en-US" sz="14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1324E3-3DED-7700-2086-74A8371C8089}"/>
              </a:ext>
            </a:extLst>
          </p:cNvPr>
          <p:cNvSpPr/>
          <p:nvPr/>
        </p:nvSpPr>
        <p:spPr>
          <a:xfrm>
            <a:off x="7984005" y="6325477"/>
            <a:ext cx="1342717" cy="5232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xsd:integer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3A394B-B159-F564-E48B-1C5FD4AB91DD}"/>
              </a:ext>
            </a:extLst>
          </p:cNvPr>
          <p:cNvCxnSpPr>
            <a:stCxn id="16" idx="4"/>
            <a:endCxn id="41" idx="0"/>
          </p:cNvCxnSpPr>
          <p:nvPr/>
        </p:nvCxnSpPr>
        <p:spPr>
          <a:xfrm>
            <a:off x="8237840" y="5926048"/>
            <a:ext cx="417524" cy="399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72CBFE2-833C-92FA-DCD8-8BFD639FB92A}"/>
              </a:ext>
            </a:extLst>
          </p:cNvPr>
          <p:cNvSpPr txBox="1"/>
          <p:nvPr/>
        </p:nvSpPr>
        <p:spPr>
          <a:xfrm>
            <a:off x="7984005" y="5944422"/>
            <a:ext cx="963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iptc:score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3713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70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Parker</dc:creator>
  <cp:lastModifiedBy>Kevin Parker</cp:lastModifiedBy>
  <cp:revision>7</cp:revision>
  <dcterms:created xsi:type="dcterms:W3CDTF">2026-02-18T20:26:10Z</dcterms:created>
  <dcterms:modified xsi:type="dcterms:W3CDTF">2026-03-04T03:06:32Z</dcterms:modified>
</cp:coreProperties>
</file>